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6" d="100"/>
          <a:sy n="96" d="100"/>
        </p:scale>
        <p:origin x="366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F205-B17E-CEB6-B2C2-2FA7D55C8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A4B2B-DEC0-87CD-D266-80E80B36B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40EF1-B41D-A2EE-3D7D-91657F5A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8136B-C1DB-C470-5CA9-3D140250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83488-7716-0E51-BAF4-0F67E29E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6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3AA4-0841-97F9-043E-96CD0DAB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0F2E-9CC1-A7AA-8DE3-FA36264B3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77D92-5698-69FC-AFAB-895E33BE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1157-D03D-AD5E-4205-D76789CDF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F9E09-B652-C3D9-8591-D84B19A2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34B2-BF58-CFEC-4350-612A98F9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FD2CA-84DF-3CD1-3A58-F3EE89DEA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706A1-E846-F270-EFCA-50AEFC80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B9C17-4BC8-BB5B-0B60-6595DBD9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D5260-8960-D494-0043-5A410A83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A118-1E69-EA49-8323-4D8982C8B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75361-84DA-B716-4C4E-233BDEE92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827EE-9A2C-E3A5-AE1E-F2831357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6710E-7E66-9BF2-D0F6-D3FB0868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F33A7-4B18-ED63-E501-1CC6C0A86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20999-1DAA-10C4-B0A9-7D53C033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0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33347-5DB0-84C1-EC37-F579FA833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DA81C-9A8D-F574-D28F-C5306A39C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45061-551D-B97C-9369-61C0181D4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03595-7636-7661-B324-5DD250547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26F15-1A0A-DBCB-5D6E-71C701973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163046-9061-4C41-217E-C2CFA209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1589B4-7763-1C95-CA89-474530E8D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22C58-58D4-4EEB-F476-CFD76A7D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0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55A8-BCBE-62BB-7650-EF3E8C7B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AD739-8616-946E-1B57-85D2E806F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39AE9-B01B-098B-6291-70514F99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A3EB2-2595-A0EE-BB3B-CC66871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AC3808-C1D8-19E0-E5EA-4DC68EEA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07550-8719-A338-D259-19CE4134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585C2-F693-2C8E-7E0C-BE9301A4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1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85DB-E45B-7690-4EC6-B6B8D1F46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B48A3-442E-6F55-6831-75D0029F0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B5FFF-910F-B404-E1E2-3BD201D69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E56B9-61D7-6F55-25CB-5431D5A3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84BEA-D56C-0203-3522-8BE16561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F02E9-4E90-4EF8-F88B-AEFDFA2E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98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9437-7344-307F-8907-F53D0976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C15501-DBB6-8812-2F62-40418AC18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32122-7C63-D51E-5936-F7FB63730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EABDC-0017-F256-5C68-3579216D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A4F10-BD66-9A54-1625-CA017EF2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04A9C-E848-E271-951F-FF891CF6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8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7CA5-7AB8-841F-C866-FDCC1314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EECAB-E77C-8A6B-D659-20CF1219F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27188-40B3-EBB5-4037-979C31AC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CDD5E-E3F2-5086-F693-2BF20AE8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20B52-3B2C-E434-B553-B7A6D73E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408CEB-0E58-A3D6-1B8C-1998A7F38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9A3AD-9778-1A14-474D-38673B138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12888-2803-531D-D474-589191A1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44842-9E17-B338-1569-ED92BC7F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B7A0D-1264-D3FF-C220-1DB85F0A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99ADE-58C0-D782-2F20-2D7BB403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D6B0C-7A16-79C1-67FE-FD6F5C900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D3749-4629-56BA-597B-FF282D02E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3ACCE-FEBF-4E4D-9ED2-0BDC6221ABD3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141C2-66FA-B12A-CCAD-FF10FD82B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AC24A-E7F5-C1F9-8E71-EF6B57E74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09975-C64E-4EB4-8D04-50CAB6313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1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4393C053-77DB-DF3F-AE8A-434244A5AEFF}"/>
              </a:ext>
            </a:extLst>
          </p:cNvPr>
          <p:cNvSpPr/>
          <p:nvPr/>
        </p:nvSpPr>
        <p:spPr>
          <a:xfrm>
            <a:off x="1103243" y="1023730"/>
            <a:ext cx="998883" cy="969066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E3C183-9365-4CE4-9220-E2BA11A5F3B8}"/>
              </a:ext>
            </a:extLst>
          </p:cNvPr>
          <p:cNvSpPr/>
          <p:nvPr/>
        </p:nvSpPr>
        <p:spPr>
          <a:xfrm>
            <a:off x="2777987" y="556591"/>
            <a:ext cx="2658717" cy="1903344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GUI:</a:t>
            </a:r>
          </a:p>
          <a:p>
            <a:pPr algn="ctr"/>
            <a:r>
              <a:rPr lang="en-US" dirty="0"/>
              <a:t>current alt</a:t>
            </a:r>
          </a:p>
          <a:p>
            <a:pPr algn="ctr"/>
            <a:r>
              <a:rPr lang="en-US" dirty="0"/>
              <a:t>current velocity</a:t>
            </a:r>
          </a:p>
          <a:p>
            <a:pPr algn="ctr"/>
            <a:r>
              <a:rPr lang="en-US" dirty="0"/>
              <a:t>current acceleration</a:t>
            </a:r>
          </a:p>
          <a:p>
            <a:pPr algn="ctr"/>
            <a:r>
              <a:rPr lang="en-US" dirty="0"/>
              <a:t>mass of lander</a:t>
            </a:r>
          </a:p>
          <a:p>
            <a:pPr algn="ctr"/>
            <a:r>
              <a:rPr lang="en-US" dirty="0"/>
              <a:t>mass of remaining fuel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CF821D-0C7E-7796-6081-351F918B6B44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>
            <a:off x="2102126" y="1508263"/>
            <a:ext cx="6758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4B7C8-92C0-2804-268B-5AE714F5C878}"/>
              </a:ext>
            </a:extLst>
          </p:cNvPr>
          <p:cNvSpPr/>
          <p:nvPr/>
        </p:nvSpPr>
        <p:spPr>
          <a:xfrm>
            <a:off x="8420100" y="993915"/>
            <a:ext cx="1669774" cy="834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Physics Calculation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EFCA87-2D41-7B0D-69DD-61CEEBF2A5CD}"/>
              </a:ext>
            </a:extLst>
          </p:cNvPr>
          <p:cNvSpPr/>
          <p:nvPr/>
        </p:nvSpPr>
        <p:spPr>
          <a:xfrm>
            <a:off x="5436704" y="2730775"/>
            <a:ext cx="1669774" cy="83488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 Update</a:t>
            </a:r>
          </a:p>
          <a:p>
            <a:pPr algn="ctr"/>
            <a:r>
              <a:rPr lang="en-US" dirty="0"/>
              <a:t>and Boundary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F62ECF68-B01D-AB1A-8F80-F9C7E99F54DC}"/>
              </a:ext>
            </a:extLst>
          </p:cNvPr>
          <p:cNvSpPr/>
          <p:nvPr/>
        </p:nvSpPr>
        <p:spPr>
          <a:xfrm>
            <a:off x="9804951" y="4199283"/>
            <a:ext cx="1669774" cy="17294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 Data plus Current data</a:t>
            </a:r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EC8C1169-0172-0743-A197-C8CEF085B9A1}"/>
              </a:ext>
            </a:extLst>
          </p:cNvPr>
          <p:cNvSpPr/>
          <p:nvPr/>
        </p:nvSpPr>
        <p:spPr>
          <a:xfrm>
            <a:off x="770282" y="3801717"/>
            <a:ext cx="2993336" cy="2405269"/>
          </a:xfrm>
          <a:prstGeom prst="snip1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 data:</a:t>
            </a:r>
          </a:p>
          <a:p>
            <a:pPr algn="ctr"/>
            <a:r>
              <a:rPr lang="en-US" dirty="0"/>
              <a:t>Empty Mass of Lander</a:t>
            </a:r>
          </a:p>
          <a:p>
            <a:pPr algn="ctr"/>
            <a:r>
              <a:rPr lang="en-US" dirty="0"/>
              <a:t>Fuel Mass</a:t>
            </a:r>
          </a:p>
          <a:p>
            <a:pPr algn="ctr"/>
            <a:r>
              <a:rPr lang="en-US" dirty="0"/>
              <a:t>thrust per kg fuel per second</a:t>
            </a:r>
          </a:p>
          <a:p>
            <a:pPr algn="ctr"/>
            <a:r>
              <a:rPr lang="en-US" dirty="0"/>
              <a:t>initial velocity</a:t>
            </a:r>
          </a:p>
          <a:p>
            <a:pPr algn="ctr"/>
            <a:r>
              <a:rPr lang="en-US" dirty="0"/>
              <a:t>(maxim alt, min alt, etc.)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95E6105-39F5-E786-DA15-C7C432D11F5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5436704" y="1411359"/>
            <a:ext cx="2983396" cy="969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518B00-238E-555A-1697-834910766A04}"/>
              </a:ext>
            </a:extLst>
          </p:cNvPr>
          <p:cNvSpPr txBox="1"/>
          <p:nvPr/>
        </p:nvSpPr>
        <p:spPr>
          <a:xfrm>
            <a:off x="5923721" y="894091"/>
            <a:ext cx="1421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seconds of thrust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E3FF72-6B5E-7D87-A790-442A134E8917}"/>
              </a:ext>
            </a:extLst>
          </p:cNvPr>
          <p:cNvSpPr/>
          <p:nvPr/>
        </p:nvSpPr>
        <p:spPr>
          <a:xfrm>
            <a:off x="5436704" y="4611754"/>
            <a:ext cx="1669774" cy="83488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start-up?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ADA0CD0-CDC4-A3B8-FC77-7D488865532B}"/>
              </a:ext>
            </a:extLst>
          </p:cNvPr>
          <p:cNvCxnSpPr>
            <a:stCxn id="12" idx="0"/>
            <a:endCxn id="20" idx="1"/>
          </p:cNvCxnSpPr>
          <p:nvPr/>
        </p:nvCxnSpPr>
        <p:spPr>
          <a:xfrm>
            <a:off x="3763618" y="5004352"/>
            <a:ext cx="1673086" cy="24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3DEC5BF-3437-E968-C02A-5A2D1130B5CC}"/>
              </a:ext>
            </a:extLst>
          </p:cNvPr>
          <p:cNvCxnSpPr>
            <a:cxnSpLocks/>
            <a:stCxn id="10" idx="1"/>
            <a:endCxn id="5" idx="2"/>
          </p:cNvCxnSpPr>
          <p:nvPr/>
        </p:nvCxnSpPr>
        <p:spPr>
          <a:xfrm rot="10800000">
            <a:off x="4107346" y="2459935"/>
            <a:ext cx="1329358" cy="6882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C0B746-4B30-00D2-C234-8BB495E623BF}"/>
              </a:ext>
            </a:extLst>
          </p:cNvPr>
          <p:cNvCxnSpPr>
            <a:stCxn id="20" idx="0"/>
            <a:endCxn id="10" idx="2"/>
          </p:cNvCxnSpPr>
          <p:nvPr/>
        </p:nvCxnSpPr>
        <p:spPr>
          <a:xfrm flipV="1">
            <a:off x="6271591" y="3565662"/>
            <a:ext cx="0" cy="1046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F28798E-0223-927D-E8F7-53572B68E608}"/>
              </a:ext>
            </a:extLst>
          </p:cNvPr>
          <p:cNvCxnSpPr>
            <a:stCxn id="20" idx="3"/>
            <a:endCxn id="11" idx="2"/>
          </p:cNvCxnSpPr>
          <p:nvPr/>
        </p:nvCxnSpPr>
        <p:spPr>
          <a:xfrm>
            <a:off x="7106478" y="5029198"/>
            <a:ext cx="2698473" cy="34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1A36602-4E77-04D6-4F2F-763FC467D4C7}"/>
              </a:ext>
            </a:extLst>
          </p:cNvPr>
          <p:cNvSpPr txBox="1"/>
          <p:nvPr/>
        </p:nvSpPr>
        <p:spPr>
          <a:xfrm>
            <a:off x="7528890" y="4711145"/>
            <a:ext cx="1441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initial previous state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3B1B3AC-A4F0-FFED-6A36-7CEAFCD04F9F}"/>
              </a:ext>
            </a:extLst>
          </p:cNvPr>
          <p:cNvCxnSpPr>
            <a:cxnSpLocks/>
            <a:stCxn id="11" idx="1"/>
          </p:cNvCxnSpPr>
          <p:nvPr/>
        </p:nvCxnSpPr>
        <p:spPr>
          <a:xfrm rot="16200000" flipV="1">
            <a:off x="8989278" y="2548723"/>
            <a:ext cx="2335371" cy="9657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32B1C88-DE70-1A2D-650F-4CEB74E086DD}"/>
              </a:ext>
            </a:extLst>
          </p:cNvPr>
          <p:cNvSpPr txBox="1"/>
          <p:nvPr/>
        </p:nvSpPr>
        <p:spPr>
          <a:xfrm>
            <a:off x="9795012" y="2297489"/>
            <a:ext cx="1316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data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A3364C0-A6AA-AF15-9044-0FC7142272F8}"/>
              </a:ext>
            </a:extLst>
          </p:cNvPr>
          <p:cNvCxnSpPr>
            <a:stCxn id="9" idx="3"/>
            <a:endCxn id="11" idx="4"/>
          </p:cNvCxnSpPr>
          <p:nvPr/>
        </p:nvCxnSpPr>
        <p:spPr>
          <a:xfrm>
            <a:off x="10089874" y="1411359"/>
            <a:ext cx="1384851" cy="3652627"/>
          </a:xfrm>
          <a:prstGeom prst="bentConnector3">
            <a:avLst>
              <a:gd name="adj1" fmla="val 1165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EB40041-7C26-34B5-5778-4AD042AB058E}"/>
              </a:ext>
            </a:extLst>
          </p:cNvPr>
          <p:cNvSpPr txBox="1"/>
          <p:nvPr/>
        </p:nvSpPr>
        <p:spPr>
          <a:xfrm>
            <a:off x="10452652" y="1042027"/>
            <a:ext cx="1316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Data to current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32AE890-8FE2-4E43-8663-D337DFDB5F4D}"/>
              </a:ext>
            </a:extLst>
          </p:cNvPr>
          <p:cNvCxnSpPr>
            <a:stCxn id="9" idx="2"/>
            <a:endCxn id="10" idx="3"/>
          </p:cNvCxnSpPr>
          <p:nvPr/>
        </p:nvCxnSpPr>
        <p:spPr>
          <a:xfrm rot="5400000">
            <a:off x="7521025" y="1414256"/>
            <a:ext cx="1319417" cy="21485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E9FFB5F-EE70-B477-5315-76DD496965EC}"/>
              </a:ext>
            </a:extLst>
          </p:cNvPr>
          <p:cNvSpPr txBox="1"/>
          <p:nvPr/>
        </p:nvSpPr>
        <p:spPr>
          <a:xfrm>
            <a:off x="279951" y="2750958"/>
            <a:ext cx="5117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data</a:t>
            </a:r>
          </a:p>
          <a:p>
            <a:r>
              <a:rPr lang="en-US" dirty="0"/>
              <a:t>(current total mass of lander, current acceleration, current velocity, remaining fuel, Alt)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805A63-FE45-EA8C-00FA-4F361C2D5737}"/>
              </a:ext>
            </a:extLst>
          </p:cNvPr>
          <p:cNvSpPr txBox="1"/>
          <p:nvPr/>
        </p:nvSpPr>
        <p:spPr>
          <a:xfrm>
            <a:off x="3391729" y="229502"/>
            <a:ext cx="1525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react.js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568AD0-B8A3-28C2-0B49-D3D94B933F54}"/>
              </a:ext>
            </a:extLst>
          </p:cNvPr>
          <p:cNvSpPr txBox="1"/>
          <p:nvPr/>
        </p:nvSpPr>
        <p:spPr>
          <a:xfrm>
            <a:off x="8802757" y="640573"/>
            <a:ext cx="77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C++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D82F5E-27E8-A6B1-3D5D-454F0524B679}"/>
              </a:ext>
            </a:extLst>
          </p:cNvPr>
          <p:cNvSpPr txBox="1"/>
          <p:nvPr/>
        </p:nvSpPr>
        <p:spPr>
          <a:xfrm>
            <a:off x="10032723" y="5883819"/>
            <a:ext cx="1859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sql</a:t>
            </a:r>
            <a:endParaRPr lang="en-US" dirty="0"/>
          </a:p>
          <a:p>
            <a:r>
              <a:rPr lang="en-US" dirty="0"/>
              <a:t>(data to start?)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EA52733-5E1D-DBC0-72B7-515C9D9AE60D}"/>
              </a:ext>
            </a:extLst>
          </p:cNvPr>
          <p:cNvSpPr/>
          <p:nvPr/>
        </p:nvSpPr>
        <p:spPr>
          <a:xfrm>
            <a:off x="5014291" y="5928689"/>
            <a:ext cx="2047461" cy="598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Debug logger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9C2151A-C03D-4AD6-30D8-325EE258FEEB}"/>
              </a:ext>
            </a:extLst>
          </p:cNvPr>
          <p:cNvSpPr/>
          <p:nvPr/>
        </p:nvSpPr>
        <p:spPr>
          <a:xfrm>
            <a:off x="7340046" y="5907569"/>
            <a:ext cx="2047461" cy="598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utility to check on data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B082D5-2296-C97A-512E-D31693D87F87}"/>
              </a:ext>
            </a:extLst>
          </p:cNvPr>
          <p:cNvSpPr txBox="1"/>
          <p:nvPr/>
        </p:nvSpPr>
        <p:spPr>
          <a:xfrm>
            <a:off x="4789004" y="4256664"/>
            <a:ext cx="182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C++/python?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10A50D-B15B-B374-D2E4-A2579BEA1C9D}"/>
              </a:ext>
            </a:extLst>
          </p:cNvPr>
          <p:cNvSpPr txBox="1"/>
          <p:nvPr/>
        </p:nvSpPr>
        <p:spPr>
          <a:xfrm>
            <a:off x="5514560" y="2354215"/>
            <a:ext cx="182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C++/python?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75B1FF-9BAA-28BD-7D7D-E440E4F81B68}"/>
              </a:ext>
            </a:extLst>
          </p:cNvPr>
          <p:cNvSpPr txBox="1"/>
          <p:nvPr/>
        </p:nvSpPr>
        <p:spPr>
          <a:xfrm>
            <a:off x="992256" y="556591"/>
            <a:ext cx="142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7918AD-2A25-0DEB-D7A0-A8F2471F559F}"/>
              </a:ext>
            </a:extLst>
          </p:cNvPr>
          <p:cNvSpPr txBox="1"/>
          <p:nvPr/>
        </p:nvSpPr>
        <p:spPr>
          <a:xfrm>
            <a:off x="7184336" y="2804077"/>
            <a:ext cx="2698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data</a:t>
            </a:r>
          </a:p>
          <a:p>
            <a:r>
              <a:rPr lang="en-US" dirty="0"/>
              <a:t>(current total mass of lander, current acceleration, current velocity, remaining fuel, alt)</a:t>
            </a:r>
          </a:p>
        </p:txBody>
      </p:sp>
    </p:spTree>
    <p:extLst>
      <p:ext uri="{BB962C8B-B14F-4D97-AF65-F5344CB8AC3E}">
        <p14:creationId xmlns:p14="http://schemas.microsoft.com/office/powerpoint/2010/main" val="43791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135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Bryce Meyer</dc:creator>
  <cp:lastModifiedBy>Bryce Meyer</cp:lastModifiedBy>
  <cp:revision>4</cp:revision>
  <dcterms:created xsi:type="dcterms:W3CDTF">2026-02-18T19:34:15Z</dcterms:created>
  <dcterms:modified xsi:type="dcterms:W3CDTF">2026-02-18T19:57:50Z</dcterms:modified>
</cp:coreProperties>
</file>